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386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2157" y="1028700"/>
            <a:ext cx="20596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377511" y="2019300"/>
            <a:ext cx="43889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Monthly Claim System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254337" y="2857500"/>
            <a:ext cx="2635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PROG6212 - Programming 2B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54337" y="3276600"/>
            <a:ext cx="2635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of Evidence - Part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54337" y="3810000"/>
            <a:ext cx="2635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Gibbon – st10439398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7145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CMCS?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2209800"/>
            <a:ext cx="87050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web application for managing monthly claims submitted by independent contractor lecturers at educational institutions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3086100"/>
            <a:ext cx="2641550" cy="13335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1556" y="33147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User Roles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556" y="3695700"/>
            <a:ext cx="2228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Coordinator, Manager, HR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51150" y="3086100"/>
            <a:ext cx="2641550" cy="13335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7907" y="33147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Lifecycle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57907" y="3695700"/>
            <a:ext cx="2228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→ Verify → Approve → 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7501" y="3200400"/>
            <a:ext cx="2641550" cy="1104900"/>
          </a:xfrm>
          <a:prstGeom prst="roundRect">
            <a:avLst>
              <a:gd name="adj" fmla="val 55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4257" y="34290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&amp; Automated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4257" y="3810000"/>
            <a:ext cx="2228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encryption, auto-calc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887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Feedback: Issue 1 - Role Separation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047750"/>
            <a:ext cx="8534400" cy="118110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2763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could both VERIFY and APPROVE claims - this violated separation of duties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381250"/>
            <a:ext cx="8534400" cy="22098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6098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30289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separate CoordinatorController and ManagerController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3486150"/>
            <a:ext cx="8077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Coordinator: Submitted → Under Review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Manager: Under Review → Approved/Rejected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of concerns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771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Feedback: Issue 2 - File Encryption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047750"/>
            <a:ext cx="8534400" cy="118110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2763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documents were stored without encryption, creating a security vulnerability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381250"/>
            <a:ext cx="8534400" cy="22098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6098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30289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FileEncryptionService with AES-256 encryption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400" y="3486150"/>
            <a:ext cx="8077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encrypted before saving to disk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automatically decrypted on retrieval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key management in appsettings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5760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HR Management Features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181100"/>
            <a:ext cx="4191000" cy="2019300"/>
          </a:xfrm>
          <a:prstGeom prst="roundRect">
            <a:avLst>
              <a:gd name="adj" fmla="val 3019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409700"/>
            <a:ext cx="3808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790700"/>
            <a:ext cx="37338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users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user information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hourly rates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8200" y="1181100"/>
            <a:ext cx="4191000" cy="2019300"/>
          </a:xfrm>
          <a:prstGeom prst="roundRect">
            <a:avLst>
              <a:gd name="adj" fmla="val 301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6800" y="1409700"/>
            <a:ext cx="3808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76800" y="1790700"/>
            <a:ext cx="37338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PDF reports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invoices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by period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by status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4800" y="3352800"/>
            <a:ext cx="8534400" cy="1104900"/>
          </a:xfrm>
          <a:prstGeom prst="roundRect">
            <a:avLst>
              <a:gd name="adj" fmla="val 55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2628" y="35814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Registration Page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" y="396240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HR can add users to the system - requirement met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4496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Auto-Calculation Feature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1811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Auto-Calculation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1638300"/>
            <a:ext cx="8534400" cy="2819400"/>
          </a:xfrm>
          <a:prstGeom prst="roundRect">
            <a:avLst>
              <a:gd name="adj" fmla="val 216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866900"/>
            <a:ext cx="571500" cy="533400"/>
          </a:xfrm>
          <a:prstGeom prst="roundRect">
            <a:avLst>
              <a:gd name="adj" fmla="val 11429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3133" y="1981200"/>
            <a:ext cx="272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2000250"/>
            <a:ext cx="29550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sets hourly rate: R250.00 per hour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3400" y="2476500"/>
            <a:ext cx="571500" cy="533400"/>
          </a:xfrm>
          <a:prstGeom prst="roundRect">
            <a:avLst>
              <a:gd name="adj" fmla="val 11429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3133" y="2590800"/>
            <a:ext cx="272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2609850"/>
            <a:ext cx="30523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 enters hours: 80 hours worked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3086100"/>
            <a:ext cx="571500" cy="53340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3133" y="3200400"/>
            <a:ext cx="272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57300" y="3219450"/>
            <a:ext cx="31789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calculates: 80 × R250 = R20,000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3400" y="3695700"/>
            <a:ext cx="571500" cy="53340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3133" y="3810000"/>
            <a:ext cx="272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7300" y="3829050"/>
            <a:ext cx="23966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Validates: Must be ≤ 180 hours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180-Hour Validation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104900"/>
            <a:ext cx="8534400" cy="125730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33350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8288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 cannot claim more than 180 hours per month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514600"/>
            <a:ext cx="2641550" cy="15621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1556" y="2743200"/>
            <a:ext cx="22280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1556" y="31623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hours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1556" y="3581400"/>
            <a:ext cx="2228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accepted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51150" y="2514600"/>
            <a:ext cx="2641550" cy="15621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7907" y="2743200"/>
            <a:ext cx="22280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7907" y="31623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hours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7907" y="3581400"/>
            <a:ext cx="2228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allowed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7501" y="2514600"/>
            <a:ext cx="2641550" cy="15621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4257" y="2743200"/>
            <a:ext cx="22280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Invalid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4257" y="316230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hours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4257" y="3581400"/>
            <a:ext cx="2228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shown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" y="426720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and server-side validation implemented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5281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Session-Based Authentication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181100"/>
            <a:ext cx="8534400" cy="22098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40970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Authorization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8288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SessionAuthorizeAttribute controls access to each controller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3400" y="2286000"/>
            <a:ext cx="8077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has dedicated controller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access automatically redirected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stores: UserId, UserRole, HourlyRate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3543300"/>
            <a:ext cx="2019300" cy="914400"/>
          </a:xfrm>
          <a:prstGeom prst="roundRect">
            <a:avLst>
              <a:gd name="adj" fmla="val 6667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0055" y="36957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0055" y="4076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LecturerController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76500" y="3543300"/>
            <a:ext cx="2019300" cy="9144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11755" y="36957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11755" y="4076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CoordinatorController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3543300"/>
            <a:ext cx="2019300" cy="914400"/>
          </a:xfrm>
          <a:prstGeom prst="roundRect">
            <a:avLst>
              <a:gd name="adj" fmla="val 6667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3455" y="36957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83455" y="4076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ManagerController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19900" y="3543300"/>
            <a:ext cx="2019300" cy="9144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55155" y="36957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55155" y="4076700"/>
            <a:ext cx="1748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HRController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6925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AES-256 File Encryption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819150"/>
            <a:ext cx="8534400" cy="118110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0477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FileEncryptionService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4668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uploaded documents are encrypted using AES-256 algorithm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152650"/>
            <a:ext cx="4191000" cy="1866900"/>
          </a:xfrm>
          <a:prstGeom prst="roundRect">
            <a:avLst>
              <a:gd name="adj" fmla="val 326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38125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Process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762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Lecturer uploads PDF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3143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File encrypted with AES-256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3524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Encrypted file saved to disk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48200" y="2152650"/>
            <a:ext cx="4191000" cy="1866900"/>
          </a:xfrm>
          <a:prstGeom prst="roundRect">
            <a:avLst>
              <a:gd name="adj" fmla="val 326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6800" y="2381250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Process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76800" y="2762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requests 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6800" y="3143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File decrypted automatically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6800" y="352425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Original PDF downloaded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4800" y="4171950"/>
            <a:ext cx="8534400" cy="64770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4904" y="436245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protected at rest - even with disk access, files cannot be read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Claim Workflow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988516" y="1771650"/>
            <a:ext cx="1333500" cy="838200"/>
          </a:xfrm>
          <a:prstGeom prst="roundRect">
            <a:avLst>
              <a:gd name="adj" fmla="val 7273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0629" y="1924050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30629" y="2228850"/>
            <a:ext cx="10492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71559" y="20193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912566" y="1771650"/>
            <a:ext cx="1394817" cy="83820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54066" y="1924050"/>
            <a:ext cx="11118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54066" y="2228850"/>
            <a:ext cx="11118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56926" y="20193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897934" y="1771650"/>
            <a:ext cx="1333500" cy="838200"/>
          </a:xfrm>
          <a:prstGeom prst="roundRect">
            <a:avLst>
              <a:gd name="adj" fmla="val 7273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40047" y="1924050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0047" y="2228850"/>
            <a:ext cx="10492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0976" y="20193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821984" y="1771650"/>
            <a:ext cx="1333500" cy="83820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64097" y="1924050"/>
            <a:ext cx="1049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64097" y="2228850"/>
            <a:ext cx="10492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4800" y="2762250"/>
            <a:ext cx="2019300" cy="3048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4607" y="2800350"/>
            <a:ext cx="2059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76500" y="2762250"/>
            <a:ext cx="2019300" cy="3048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56307" y="2800350"/>
            <a:ext cx="2059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8200" y="2762250"/>
            <a:ext cx="2019300" cy="3048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28007" y="2800350"/>
            <a:ext cx="2059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9900" y="2762250"/>
            <a:ext cx="2019300" cy="3048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99707" y="2800350"/>
            <a:ext cx="2059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4800" y="3219450"/>
            <a:ext cx="8534400" cy="64770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4904" y="340995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changes tracked in ClaimStatusHistory for complete audit trail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87630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287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8.0 MVC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LocalDB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85750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0099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52800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authentication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hashing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file encryption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authorization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8200" y="87630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10287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generation (iText7)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&amp; encryption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 &amp; history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API docs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8200" y="2857500"/>
            <a:ext cx="4191000" cy="1828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0600" y="30099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3352800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Code-First approach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Migrations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test data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RESTful API Integration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352550"/>
            <a:ext cx="8534400" cy="118110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58115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200025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Swagger documentation available for API automation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686050"/>
            <a:ext cx="2743200" cy="1600200"/>
          </a:xfrm>
          <a:prstGeom prst="roundRect">
            <a:avLst>
              <a:gd name="adj" fmla="val 381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83845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API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2194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/api/v1/claims/submit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623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/api/v1/claims/{id}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9052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/api/v1/claims/lecturer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2686050"/>
            <a:ext cx="2743200" cy="160020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52800" y="283845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API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52800" y="32194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/verify/{id}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2800" y="35623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/approve/{id}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2800" y="39052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/reject/{id}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0" y="2686050"/>
            <a:ext cx="2743200" cy="160020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8400" y="283845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API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8400" y="32194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/api/v1/hr/users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48400" y="35623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/api/v1/hr/reports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48400" y="390525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/api/v1/hr/invoices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39" y="2343150"/>
            <a:ext cx="24959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517111" y="3009900"/>
            <a:ext cx="21096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Highlights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585</Words>
  <Application>Microsoft Office PowerPoint</Application>
  <PresentationFormat>On-screen Show (16:9)</PresentationFormat>
  <Paragraphs>160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Monthly Claim System - Part 3</dc:title>
  <dc:subject>PROG6212 Portfolio of Evidence</dc:subject>
  <dc:creator>CMCS Project</dc:creator>
  <cp:lastModifiedBy>Morgan Cooper Gibbon</cp:lastModifiedBy>
  <cp:revision>2</cp:revision>
  <dcterms:created xsi:type="dcterms:W3CDTF">2025-11-21T13:37:37Z</dcterms:created>
  <dcterms:modified xsi:type="dcterms:W3CDTF">2025-11-21T13:52:33Z</dcterms:modified>
</cp:coreProperties>
</file>