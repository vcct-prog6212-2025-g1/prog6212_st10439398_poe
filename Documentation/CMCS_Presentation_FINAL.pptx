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340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2157" y="1028700"/>
            <a:ext cx="20596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377511" y="2019300"/>
            <a:ext cx="43889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Monthly Claim System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254337" y="2857500"/>
            <a:ext cx="2635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PROG6212 - Programming 2B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54337" y="3276600"/>
            <a:ext cx="2635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of Evidence - Part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54337" y="3810000"/>
            <a:ext cx="2635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- [Student Number]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7145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CMCS?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2209800"/>
            <a:ext cx="87050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web application for managing monthly claims submitted by independent contractor lecturers at educational institutions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3086100"/>
            <a:ext cx="2641550" cy="13335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1556" y="33147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User Roles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556" y="3695700"/>
            <a:ext cx="2228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Coordinator, Manager, HR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51150" y="3086100"/>
            <a:ext cx="2641550" cy="13335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7907" y="33147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Lifecycle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7907" y="3695700"/>
            <a:ext cx="2228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→ Verify → Approve → 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7501" y="3200400"/>
            <a:ext cx="2641550" cy="1104900"/>
          </a:xfrm>
          <a:prstGeom prst="roundRect">
            <a:avLst>
              <a:gd name="adj" fmla="val 55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4257" y="34290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&amp; Automated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4257" y="38100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encryption, auto-calc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887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Feedback: Issue 1 - Role Separation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0477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2763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could both VERIFY and APPROVE claims - this violated separation of duties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381250"/>
            <a:ext cx="8534400" cy="22098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6098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30289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separate CoordinatorController and ManagerController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3486150"/>
            <a:ext cx="807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Coordinator: Submitted → Under Review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Manager: Under Review → Approved/Rejected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of concerns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771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Feedback: Issue 2 - File Encryption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0477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2763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documents were stored without encryption, creating a security vulnerability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381250"/>
            <a:ext cx="8534400" cy="22098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6098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30289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FileEncryptionService with AES-256 encryption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3486150"/>
            <a:ext cx="807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encrypted before saving to disk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automatically decrypted on retrieval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key management in appsettings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8753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HR Sets Hourly Rate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985701"/>
            <a:ext cx="30915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HRController - Edit User Method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14287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Code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801" y="2109651"/>
            <a:ext cx="2867297" cy="2174966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8710" y="2238375"/>
            <a:ext cx="2867297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enters new hourly rate in Edit User form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user.HourlyRate property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changes to database with EF Core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is now available for auto-calculation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601E74-F774-56C9-2E52-3411A1759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03" y="0"/>
            <a:ext cx="503879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017" y="114300"/>
            <a:ext cx="3901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Auto-Calculation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46017" y="875211"/>
            <a:ext cx="40320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LecturerController - Submit Claim Method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6017" y="1412966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Logic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4171" y="1999706"/>
            <a:ext cx="3973286" cy="148590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4171" y="2230483"/>
            <a:ext cx="82296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current user's HourlyRate from session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TotalAmount = HoursWorked × HourlyRate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 only enters hours, system calculates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calculation errors possible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78B2B1-B8F4-24F1-70D1-78CE8515F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344" y="0"/>
            <a:ext cx="45218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9160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180-Hour Validation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723900"/>
            <a:ext cx="2327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Model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11620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Validation Works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6423" y="1676400"/>
            <a:ext cx="3940629" cy="148590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6423" y="1852476"/>
            <a:ext cx="3829594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attribute: HoursWorked must be 1-180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validation in controller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ModelState.IsValid checks before saving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error message if validation fails</a:t>
            </a:r>
            <a:endParaRPr lang="en-US" sz="13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20E69C-AB25-AB93-24EA-DEDCF6C2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843" y="0"/>
            <a:ext cx="394144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8295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Session Authorization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0228" y="916304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SessionAuthorizeAttribute Class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0228" y="1213212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Protects Controllers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2954" y="1556112"/>
            <a:ext cx="3690835" cy="148590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5354" y="1708512"/>
            <a:ext cx="3455126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if UserRole exists in session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role with required role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Redirects to login if unauthorized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entire controllers with decorator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900B33-950B-5164-02EB-8A69444D3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537" y="0"/>
            <a:ext cx="466517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6197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File Encryption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0228" y="889502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FileEncryptionService Class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1207504"/>
            <a:ext cx="27032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Process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0256" y="1654229"/>
            <a:ext cx="2349407" cy="2463908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528" y="1732527"/>
            <a:ext cx="2218143" cy="118016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Aes.Create() for AES-256 algorithm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encryption key and IV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CryptoStream encrypts file bytes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encrypted byte array for storage</a:t>
            </a:r>
            <a:endParaRPr lang="en-US" sz="13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2AA870-59A5-C9B4-2DCA-90CBA0414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25" y="571500"/>
            <a:ext cx="5802202" cy="3924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359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Coordinator Verify Claim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911135"/>
            <a:ext cx="35748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CoordinatorController - Verify Method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127363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 Logic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800" y="1676399"/>
            <a:ext cx="3280954" cy="2340429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9120" y="1860915"/>
            <a:ext cx="260604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claim by ID from database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Status to "UnderReview"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ClaimStatusHistory record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changes - claim moves to Manager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BE535-4341-0F64-73C6-52BA5F644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903" y="0"/>
            <a:ext cx="501209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9" y="228600"/>
            <a:ext cx="32678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Manager Approve Claim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009650"/>
            <a:ext cx="347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ManagerController - Approve Method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13906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Logic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799" y="1828800"/>
            <a:ext cx="3842658" cy="148590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4102" y="1982289"/>
            <a:ext cx="3024051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claim status is "UnderReview"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Status to "Approved"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audit trail entry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ready for HR processing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633C2C-FC19-5D87-C36D-270BA7261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40" y="0"/>
            <a:ext cx="45948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2791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 HR Generate Report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945969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ReportService - Generate PDF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1346019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2549" y="1828800"/>
            <a:ext cx="3294017" cy="148590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2549" y="2038894"/>
            <a:ext cx="3294017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claims from database with LINQ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PdfWriter and PdfDocument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tables with claim data using iText7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PDF as byte array for download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A31EB1-1E34-38A7-4CBB-D98A465BA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836" y="0"/>
            <a:ext cx="512416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5760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HR Management Features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81100"/>
            <a:ext cx="4191000" cy="2019300"/>
          </a:xfrm>
          <a:prstGeom prst="roundRect">
            <a:avLst>
              <a:gd name="adj" fmla="val 3019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409700"/>
            <a:ext cx="3808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790700"/>
            <a:ext cx="37338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users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user information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hourly rates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8200" y="1181100"/>
            <a:ext cx="4191000" cy="2019300"/>
          </a:xfrm>
          <a:prstGeom prst="roundRect">
            <a:avLst>
              <a:gd name="adj" fmla="val 301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6800" y="1409700"/>
            <a:ext cx="3808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76800" y="1790700"/>
            <a:ext cx="37338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PDF reports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invoices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by period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by status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800" y="3352800"/>
            <a:ext cx="8534400" cy="1104900"/>
          </a:xfrm>
          <a:prstGeom prst="roundRect">
            <a:avLst>
              <a:gd name="adj" fmla="val 55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2628" y="35814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Registration Page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" y="396240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HR can add users to the system - requirement met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4496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Auto-Calculation Feature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811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Auto-Calculation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1638300"/>
            <a:ext cx="8534400" cy="2819400"/>
          </a:xfrm>
          <a:prstGeom prst="roundRect">
            <a:avLst>
              <a:gd name="adj" fmla="val 216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8669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3133" y="19812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2000250"/>
            <a:ext cx="2955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sets hourly rate: R250.00 per hour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3400" y="24765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3133" y="25908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2609850"/>
            <a:ext cx="3052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 enters hours: 80 hours worked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30861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3133" y="32004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57300" y="3219450"/>
            <a:ext cx="3178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calculates: 80 × R250 = R20,000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3400" y="36957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3133" y="38100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7300" y="3829050"/>
            <a:ext cx="23966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Validates: Must be ≤ 180 hours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180-Hour Validation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04900"/>
            <a:ext cx="8534400" cy="125730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33350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8288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 cannot claim more than 180 hours per month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514600"/>
            <a:ext cx="2641550" cy="15621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1556" y="2743200"/>
            <a:ext cx="22280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1556" y="31623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hours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1556" y="35814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accepted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51150" y="2514600"/>
            <a:ext cx="2641550" cy="15621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7907" y="2743200"/>
            <a:ext cx="22280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7907" y="31623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hours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7907" y="35814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allowed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7501" y="2514600"/>
            <a:ext cx="2641550" cy="15621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4257" y="2743200"/>
            <a:ext cx="22280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Invalid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4257" y="31623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hours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4257" y="35814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shown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" y="426720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and server-side validation implemented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5281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Session-Based Authentication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81100"/>
            <a:ext cx="8534400" cy="22098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40970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Authorization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8288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SessionAuthorizeAttribute controls access to each controller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3400" y="2286000"/>
            <a:ext cx="807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has dedicated controller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access automatically redirected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stores: UserId, UserRole, HourlyRate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00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00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LecturerController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765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117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117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CoordinatorController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34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834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ManagerController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199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551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551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HRController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6925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AES-256 File Encryption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0477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FileEncryptionService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4668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uploaded documents are encrypted using AES-256 algorithm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152650"/>
            <a:ext cx="4191000" cy="1866900"/>
          </a:xfrm>
          <a:prstGeom prst="roundRect">
            <a:avLst>
              <a:gd name="adj" fmla="val 326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38125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Process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762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Lecturer uploads 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3143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 encrypted with AES-256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3524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Encrypted file saved to disk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8200" y="2152650"/>
            <a:ext cx="4191000" cy="1866900"/>
          </a:xfrm>
          <a:prstGeom prst="roundRect">
            <a:avLst>
              <a:gd name="adj" fmla="val 326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6800" y="238125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Process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76800" y="2762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requests 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6800" y="3143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 decrypted automatically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6800" y="3524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Original PDF downloaded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4800" y="417195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4904" y="436245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protected at rest - even with disk access, files cannot be read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Claim Workflow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88516" y="1771650"/>
            <a:ext cx="1333500" cy="838200"/>
          </a:xfrm>
          <a:prstGeom prst="roundRect">
            <a:avLst>
              <a:gd name="adj" fmla="val 7273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0629" y="1924050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30629" y="2228850"/>
            <a:ext cx="10492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71559" y="2019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912566" y="1771650"/>
            <a:ext cx="1394817" cy="83820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54066" y="1924050"/>
            <a:ext cx="1111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54066" y="2228850"/>
            <a:ext cx="11118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56926" y="2019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897934" y="1771650"/>
            <a:ext cx="1333500" cy="838200"/>
          </a:xfrm>
          <a:prstGeom prst="roundRect">
            <a:avLst>
              <a:gd name="adj" fmla="val 7273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0047" y="1924050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0047" y="2228850"/>
            <a:ext cx="10492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0976" y="2019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821984" y="1771650"/>
            <a:ext cx="1333500" cy="83820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64097" y="1924050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64097" y="2228850"/>
            <a:ext cx="10492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48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46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765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563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82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280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99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997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4800" y="321945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4904" y="340995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tracked in ClaimStatusHistory for complete audit trail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8763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287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8.0 MVC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LocalDB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8575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0099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528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authentication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file encryption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authorization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8200" y="8763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10287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generation (iText7)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&amp; encryption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 &amp; history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API docs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8200" y="28575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600" y="30099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3528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Code-First approach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Migrations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test data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RESTful API Integration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3525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5811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20002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Swagger documentation available for API automation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686050"/>
            <a:ext cx="2743200" cy="1600200"/>
          </a:xfrm>
          <a:prstGeom prst="roundRect">
            <a:avLst>
              <a:gd name="adj" fmla="val 381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83845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API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2194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/api/v1/claims/submit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623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/api/v1/claims/{id}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9052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/api/v1/claims/lecturer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2686050"/>
            <a:ext cx="2743200" cy="160020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52800" y="283845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API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52800" y="32194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/verify/{id}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2800" y="35623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/approve/{id}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2800" y="39052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/reject/{id}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0" y="2686050"/>
            <a:ext cx="2743200" cy="160020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8400" y="283845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API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8400" y="32194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/api/v1/hr/users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48400" y="35623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/api/v1/hr/reports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8400" y="39052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/api/v1/hr/invoices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865" y="609600"/>
            <a:ext cx="24959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83939" y="1257300"/>
            <a:ext cx="25759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83939" y="1676400"/>
            <a:ext cx="25759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feedback addressed ✓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83939" y="2095500"/>
            <a:ext cx="25759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requirements met ✓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09193" y="2781300"/>
            <a:ext cx="2525464" cy="17526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17111" y="3009900"/>
            <a:ext cx="21096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Highlights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17111" y="3390900"/>
            <a:ext cx="21096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 &amp; encryption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17111" y="3733800"/>
            <a:ext cx="21096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Auto-calculation &amp; validation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17111" y="4076700"/>
            <a:ext cx="21096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trails &amp; APIs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905</Words>
  <Application>Microsoft Office PowerPoint</Application>
  <PresentationFormat>On-screen Show (16:9)</PresentationFormat>
  <Paragraphs>230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Monthly Claim System - Part 3</dc:title>
  <dc:subject>PROG6212 Portfolio of Evidence</dc:subject>
  <dc:creator>CMCS Project</dc:creator>
  <cp:lastModifiedBy>Morgan Cooper Gibbon</cp:lastModifiedBy>
  <cp:revision>2</cp:revision>
  <dcterms:created xsi:type="dcterms:W3CDTF">2025-11-21T13:37:37Z</dcterms:created>
  <dcterms:modified xsi:type="dcterms:W3CDTF">2025-11-21T18:09:03Z</dcterms:modified>
</cp:coreProperties>
</file>